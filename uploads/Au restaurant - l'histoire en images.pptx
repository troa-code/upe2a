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clients entrent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propose une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pose la carte sur la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clients regardent la carte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client dit : je voudrais un poisson riz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L'autre dit : je voudrais un poulet frites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apporte les plats sur le plateau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clients mangent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serveur donne l'addition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clients paient au comptoir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713964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restaurant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717264"/>
            <a:ext cx="10883392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CF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L'histoire en images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UPE2A NSA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ux clients entrent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serveur propose une table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 pose la carte sur la table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s clients regardent la carte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n client dit : je voudrais un poisson riz">    </p:cNvPr>
          <p:cNvPicPr>
            <a:picLocks noChangeAspect="1"/>
          </p:cNvPicPr>
          <p:nvPr/>
        </p:nvPicPr>
        <p:blipFill>
          <a:blip r:embed="rId1"/>
          <a:srcRect l="-352" r="-352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'autre dit : je voudrais un poulet frites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serveur apporte les plats sur le plateau">    </p:cNvPr>
          <p:cNvPicPr>
            <a:picLocks noChangeAspect="1"/>
          </p:cNvPicPr>
          <p:nvPr/>
        </p:nvPicPr>
        <p:blipFill>
          <a:blip r:embed="rId1"/>
          <a:srcRect l="-403" r="-403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s clients mangent">    </p:cNvPr>
          <p:cNvPicPr>
            <a:picLocks noChangeAspect="1"/>
          </p:cNvPicPr>
          <p:nvPr/>
        </p:nvPicPr>
        <p:blipFill>
          <a:blip r:embed="rId1"/>
          <a:srcRect l="-352" r="-352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 serveur donne l'addition">    </p:cNvPr>
          <p:cNvPicPr>
            <a:picLocks noChangeAspect="1"/>
          </p:cNvPicPr>
          <p:nvPr/>
        </p:nvPicPr>
        <p:blipFill>
          <a:blip r:embed="rId1"/>
          <a:srcRect l="-352" r="-352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s clients paient au comptoir">    </p:cNvPr>
          <p:cNvPicPr>
            <a:picLocks noChangeAspect="1"/>
          </p:cNvPicPr>
          <p:nvPr/>
        </p:nvPicPr>
        <p:blipFill>
          <a:blip r:embed="rId1"/>
          <a:srcRect l="-302" r="-302" t="0" b="0"/>
          <a:stretch/>
        </p:blipFill>
        <p:spPr>
          <a:xfrm>
            <a:off x="812800" y="698500"/>
            <a:ext cx="5461000" cy="546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0200" y="1695450"/>
            <a:ext cx="48399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680200" y="3244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0200" y="41973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80200" y="5149850"/>
            <a:ext cx="4699000" cy="0"/>
          </a:xfrm>
          <a:prstGeom prst="line">
            <a:avLst/>
          </a:prstGeom>
          <a:noFill/>
          <a:ln w="25400">
            <a:solidFill>
              <a:srgbClr val="1C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63000" y="639068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 restaurant — l'histoire en images</dc:title>
  <dc:subject>PptxGenJS Presentation</dc:subject>
  <dc:creator>PptxGenJS</dc:creator>
  <cp:lastModifiedBy>PptxGenJS</cp:lastModifiedBy>
  <cp:revision>1</cp:revision>
  <dcterms:created xsi:type="dcterms:W3CDTF">2026-09-17T06:16:44Z</dcterms:created>
  <dcterms:modified xsi:type="dcterms:W3CDTF">2026-09-17T06:16:44Z</dcterms:modified>
</cp:coreProperties>
</file>