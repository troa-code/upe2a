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 !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7223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M’APPELLE</a:t>
            </a:r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prénom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2148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SUIS</a:t>
            </a:r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métier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383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J’HABITE</a:t>
            </a:r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/ au + ville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85800" cy="758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548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4663440" y="548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4572000" y="640080"/>
            <a:ext cx="0" cy="40233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31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08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coucou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331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salut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108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sucre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85800" cy="7589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737360"/>
            <a:ext cx="12801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1737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600" dirty="0"/>
          </a:p>
        </p:txBody>
      </p:sp>
      <p:sp>
        <p:nvSpPr>
          <p:cNvPr id="5" name="Shape 2"/>
          <p:cNvSpPr/>
          <p:nvPr/>
        </p:nvSpPr>
        <p:spPr>
          <a:xfrm>
            <a:off x="1874520" y="1737360"/>
            <a:ext cx="12801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874520" y="1737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600" dirty="0"/>
          </a:p>
        </p:txBody>
      </p:sp>
      <p:sp>
        <p:nvSpPr>
          <p:cNvPr id="7" name="Shape 4"/>
          <p:cNvSpPr/>
          <p:nvPr/>
        </p:nvSpPr>
        <p:spPr>
          <a:xfrm>
            <a:off x="3246120" y="1737360"/>
            <a:ext cx="12801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737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600" dirty="0"/>
          </a:p>
        </p:txBody>
      </p:sp>
      <p:sp>
        <p:nvSpPr>
          <p:cNvPr id="9" name="Shape 6"/>
          <p:cNvSpPr/>
          <p:nvPr/>
        </p:nvSpPr>
        <p:spPr>
          <a:xfrm>
            <a:off x="4617720" y="1737360"/>
            <a:ext cx="12801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1737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sp>
        <p:nvSpPr>
          <p:cNvPr id="11" name="Shape 8"/>
          <p:cNvSpPr/>
          <p:nvPr/>
        </p:nvSpPr>
        <p:spPr>
          <a:xfrm>
            <a:off x="5989320" y="1737360"/>
            <a:ext cx="12801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1737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600" dirty="0"/>
          </a:p>
        </p:txBody>
      </p:sp>
      <p:sp>
        <p:nvSpPr>
          <p:cNvPr id="13" name="Shape 10"/>
          <p:cNvSpPr/>
          <p:nvPr/>
        </p:nvSpPr>
        <p:spPr>
          <a:xfrm>
            <a:off x="7360920" y="1737360"/>
            <a:ext cx="12801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1737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0116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520" y="1097280"/>
            <a:ext cx="55778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0" y="109728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J’ai 12 ans.</a:t>
            </a:r>
            <a:endParaRPr lang="en-US" sz="3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Et toi 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106779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12619" y="1097280"/>
            <a:ext cx="3482741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386939" y="1097280"/>
            <a:ext cx="2934101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J’ai 50 ans.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7223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J’AI</a:t>
            </a:r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ANS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73152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38328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832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ans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03504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ans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7223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M’APPELLE</a:t>
            </a:r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prénom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SUIS</a:t>
            </a:r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métier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J’HABITE</a:t>
            </a:r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/ au + ville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J’AI</a:t>
            </a:r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+ ans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2026-09-03T03:18:02Z</dcterms:created>
  <dcterms:modified xsi:type="dcterms:W3CDTF">2026-09-03T03:18:02Z</dcterms:modified>
</cp:coreProperties>
</file>