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Bonjour !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unpacked/word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85800" cy="7589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5486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4663440" y="5486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8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6000" dirty="0"/>
          </a:p>
        </p:txBody>
      </p:sp>
      <p:sp>
        <p:nvSpPr>
          <p:cNvPr id="5" name="Shape 2"/>
          <p:cNvSpPr/>
          <p:nvPr/>
        </p:nvSpPr>
        <p:spPr>
          <a:xfrm>
            <a:off x="4572000" y="640080"/>
            <a:ext cx="0" cy="402336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5544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rouge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3317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bonjour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1089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coucou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15544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3317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salut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31089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38862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sucre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unpacked/word/media/image5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5870"/>
            <a:ext cx="4206240" cy="26289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12080" y="1097280"/>
            <a:ext cx="338328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0" y="10972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3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Bonjour !</a:t>
            </a:r>
            <a:endParaRPr lang="en-US" sz="3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m’appelle Rémi.</a:t>
            </a:r>
            <a:endParaRPr lang="en-US" sz="3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36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Et toi ?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41248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unpacked/word/media/image6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685800" cy="72237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M’APPELLE</a:t>
            </a:r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841248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unpacked/word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884171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90011" y="1097280"/>
            <a:ext cx="5705349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164331" y="1097280"/>
            <a:ext cx="5156709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suis cuisinier.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41248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unpacked/word/media/image6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685800" cy="72237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SUIS</a:t>
            </a:r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</a:t>
            </a:r>
            <a:endParaRPr lang="en-US" sz="5400" dirty="0"/>
          </a:p>
        </p:txBody>
      </p:sp>
      <p:sp>
        <p:nvSpPr>
          <p:cNvPr id="4" name="Shape 1"/>
          <p:cNvSpPr/>
          <p:nvPr/>
        </p:nvSpPr>
        <p:spPr>
          <a:xfrm>
            <a:off x="731520" y="3200400"/>
            <a:ext cx="237744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3200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cuisinier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383280" y="3200400"/>
            <a:ext cx="237744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383280" y="3200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professeur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6035040" y="3200400"/>
            <a:ext cx="237744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35040" y="3200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élève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unpacked/word/media/image17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85086"/>
            <a:ext cx="4206240" cy="17504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12080" y="1097280"/>
            <a:ext cx="338328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0" y="10972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J’habite à Paris.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41248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unpacked/word/media/image6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685800" cy="72237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J’HABITE</a:t>
            </a:r>
            <a:pPr algn="ctr"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</a:t>
            </a:r>
            <a:endParaRPr lang="en-US" sz="5400" dirty="0"/>
          </a:p>
        </p:txBody>
      </p:sp>
      <p:sp>
        <p:nvSpPr>
          <p:cNvPr id="4" name="Shape 1"/>
          <p:cNvSpPr/>
          <p:nvPr/>
        </p:nvSpPr>
        <p:spPr>
          <a:xfrm>
            <a:off x="731520" y="3200400"/>
            <a:ext cx="237744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3200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Paris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383280" y="3200400"/>
            <a:ext cx="237744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383280" y="3200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Havre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6035040" y="3200400"/>
            <a:ext cx="237744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035040" y="32004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Harfleur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c/unpacked/word/media/image6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685800" cy="72237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914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M’APPELLE</a:t>
            </a:r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prénom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1371600" y="21488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SUIS</a:t>
            </a:r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métier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3383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J’HABITE</a:t>
            </a:r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/ au + ville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2026-09-03T02:54:35Z</dcterms:created>
  <dcterms:modified xsi:type="dcterms:W3CDTF">2026-09-03T02:54:35Z</dcterms:modified>
</cp:coreProperties>
</file>